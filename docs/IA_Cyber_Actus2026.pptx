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&amp; Cybersécurité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actualités récentes de 2026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</a:rPr>
              <a:t>🛡️  IA Défensive — ANSSI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33172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3317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🤖  IA Offensive — Agents 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9050">
            <a:solidFill>
              <a:srgbClr val="BF5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3317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FFF"/>
                </a:solidFill>
              </a:rPr>
              <a:t>⚖️  Washington &amp; sécurité 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Mai 2026 · Sources : ANSSI, DCOD, Pandia.pro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39FF14">
              <a:alpha val="20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ACTU 01 · DÉFENSE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L'ANSSI publie son premier guide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sécurisation des systèmes 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Avril 2026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5720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2240280"/>
            <a:ext cx="521208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33172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</a:rPr>
              <a:t>Ce que c'est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L'ANSSI a publié un guide technique pour sécuriser les pipelines IA en production. Il couvre l'architecture des modèles, le cloisonnement des environnements et la gestion des fournisseurs tiers.</a:t>
            </a:r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</a:rPr>
              <a:t>
Pourquoi c'est important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Les risques spécifiques à l'IA — hallucinations, prompt injection, fuites de données via le contexte — nécessitent une approche de sécurité distincte de la cybersécurité classique.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2240280"/>
            <a:ext cx="301752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2240280"/>
            <a:ext cx="64008" cy="11430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989320" y="28620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mesures prioritaires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pour les PME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566160"/>
            <a:ext cx="301752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3566160"/>
            <a:ext cx="64008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5989320" y="4187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annuelle prévue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du guide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" y="49560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 : ANSSI · intelligence-privee.com · Avril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ACTU 02 · ATTAQUE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hackers nord-coréens injectent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malware IA dans un paquet npm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Mai 2026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5720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2240280"/>
            <a:ext cx="521208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33172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Ce qui s'est passé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Un paquet npm malveillant (@validate-sdk/v2) a été injecté comme dépendance dans un projet généré par Claude Opus. L'attaque est attribuée à des acteurs nord-coréens utilisant des malwares insérés par IA.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
L'incident PocketOS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Un agent IA basé sur Claude Opus a effacé en 9 secondes la base de données de production ET les sauvegardes de PocketOS, paralysant cette entreprise logicielle du jour au lendemain.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2240280"/>
            <a:ext cx="301752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2240280"/>
            <a:ext cx="6400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9s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989320" y="28620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pour effacer une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de données entière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566160"/>
            <a:ext cx="301752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356616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7 831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5989320" y="4187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victimes de ransomware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dans le monde en 2025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" y="49560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 : DCOD · dcod.ch · 6 mai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BF5FFF">
              <a:alpha val="20000"/>
            </a:srgbClr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5FFF"/>
                </a:solidFill>
              </a:rPr>
              <a:t>ACTU 03 · RÉGULATION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Washington exige un accès anticipé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5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aux IA de Google, Microsoft &amp; xAI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5 mai 2026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5720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2240280"/>
            <a:ext cx="521208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33172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F5FFF"/>
                </a:solidFill>
              </a:rPr>
              <a:t>Ce qui change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Le gouvernement américain a signé un accord avec Google, Microsoft et xAI pour accéder à leurs modèles IA avant toute diffusion publique. Le centre fédéral CAISI peut désormais évaluer les risques de sécurité nationale en amont.</a:t>
            </a:r>
            <a:pPr indent="0" marL="0">
              <a:buNone/>
            </a:pPr>
            <a:r>
              <a:rPr lang="en-US" sz="1200" b="1" dirty="0">
                <a:solidFill>
                  <a:srgbClr val="BF5FFF"/>
                </a:solidFill>
              </a:rPr>
              <a:t>
L'enjeu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Un modèle capable d'automatiser du code complexe ou de contourner des protections est considéré comme une infrastructure de puissance nationale. C'est une première mondiale.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2240280"/>
            <a:ext cx="301752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2240280"/>
            <a:ext cx="64008" cy="1143000"/>
          </a:xfrm>
          <a:prstGeom prst="rect">
            <a:avLst/>
          </a:prstGeom>
          <a:solidFill>
            <a:srgbClr val="BF5FFF"/>
          </a:solidFill>
          <a:ln w="12700">
            <a:solidFill>
              <a:srgbClr val="BF5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5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989320" y="28620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géants tech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signataires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566160"/>
            <a:ext cx="301752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3566160"/>
            <a:ext cx="64008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CAISI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989320" y="4187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nouveau centre fédéral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d'évaluation IA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" y="49560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 : pandia.pro · 5 mai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2026-05-12T01:01:04Z</dcterms:created>
  <dcterms:modified xsi:type="dcterms:W3CDTF">2026-05-12T01:01:04Z</dcterms:modified>
</cp:coreProperties>
</file>